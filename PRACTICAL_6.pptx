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Arial"/>
              </a:defRPr>
            </a:pPr>
            <a:r>
              <a:t>Practical (OSSP)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SESSION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Arial"/>
              </a:defRPr>
            </a:pPr>
            <a:r>
              <a:t>TASK 1: Create a client-server application using Named Pipes (FIFOs). The client sends messages and the server processes and responds to them. Analyze FIFO behavior when multiple clients communicate simultaneously.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971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Code:</a:t>
            </a:r>
          </a:p>
        </p:txBody>
      </p:sp>
      <p:pic>
        <p:nvPicPr>
          <p:cNvPr id="6" name="Picture 5" descr="Screenshot 2026-09-15 225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500" y="3337560"/>
            <a:ext cx="9712518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Code for client:</a:t>
            </a:r>
          </a:p>
        </p:txBody>
      </p:sp>
      <p:pic>
        <p:nvPicPr>
          <p:cNvPr id="3" name="Picture 2" descr="Screenshot 2026-09-15 2237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842" y="868680"/>
            <a:ext cx="5635834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Output:</a:t>
            </a:r>
          </a:p>
        </p:txBody>
      </p:sp>
      <p:pic>
        <p:nvPicPr>
          <p:cNvPr id="3" name="Picture 2" descr="Screenshot 2026-09-15 2237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77546"/>
            <a:ext cx="10972800" cy="3022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Observation: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/>
              </a:defRPr>
            </a:pPr>
            <a:r>
              <a:t>To implement client-server communication using Named Pipes (FIFOs).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Arial"/>
              </a:defRPr>
            </a:pPr>
            <a:r>
              <a:t>• The client sends messages through the FIFO and the server reads, processes, and sends a response.</a:t>
            </a:r>
            <a:br/>
            <a:r>
              <a:t>• mkfifo(), open(), read(), and write() are used for inter-process communication.</a:t>
            </a:r>
            <a:br/>
            <a:r>
              <a:t>• FIFO behavior changes when multiple clients communicate with the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Arial"/>
              </a:defRPr>
            </a:pPr>
            <a:r>
              <a:t>TASK 2: Create a POSIX signal handling program that captures SIGINT, SIGTERM, and SIGUSR1. Demonstrate asynchronous event handling and explain the role of signal handlers.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Code:</a:t>
            </a:r>
          </a:p>
        </p:txBody>
      </p:sp>
      <p:pic>
        <p:nvPicPr>
          <p:cNvPr id="4" name="Picture 3" descr="Screenshot 2026-09-15 2238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872" y="2423160"/>
            <a:ext cx="3899774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Output:</a:t>
            </a:r>
          </a:p>
        </p:txBody>
      </p:sp>
      <p:pic>
        <p:nvPicPr>
          <p:cNvPr id="3" name="Picture 2" descr="Screenshot 2026-09-15 224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69860"/>
            <a:ext cx="10972800" cy="2146478"/>
          </a:xfrm>
          <a:prstGeom prst="rect">
            <a:avLst/>
          </a:prstGeom>
        </p:spPr>
      </p:pic>
      <p:pic>
        <p:nvPicPr>
          <p:cNvPr id="4" name="Picture 3" descr="Screenshot 2026-09-15 2241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756" y="3154680"/>
            <a:ext cx="2386006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Output:</a:t>
            </a:r>
          </a:p>
        </p:txBody>
      </p:sp>
      <p:pic>
        <p:nvPicPr>
          <p:cNvPr id="3" name="Picture 2" descr="Screenshot 2026-09-15 224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40399"/>
            <a:ext cx="10972800" cy="24058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Output:</a:t>
            </a:r>
          </a:p>
        </p:txBody>
      </p:sp>
      <p:pic>
        <p:nvPicPr>
          <p:cNvPr id="3" name="Picture 2" descr="Screenshot 2026-09-15 225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980" y="868680"/>
            <a:ext cx="5897558" cy="2743200"/>
          </a:xfrm>
          <a:prstGeom prst="rect">
            <a:avLst/>
          </a:prstGeom>
        </p:spPr>
      </p:pic>
      <p:pic>
        <p:nvPicPr>
          <p:cNvPr id="4" name="Picture 3" descr="Screenshot 2026-09-15 225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334" y="3703320"/>
            <a:ext cx="3816850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Observation: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0000"/>
                </a:solidFill>
                <a:latin typeface="Arial"/>
              </a:defRPr>
            </a:pPr>
            <a:r>
              <a:t>To handle POSIX signals such as SIGINT, SIGTERM, and SIGUSR1 in C.</a:t>
            </a:r>
            <a:br/>
            <a:br/>
            <a:r>
              <a:t>How a signal handler responds to signals sent to a running process. To use the kill command to send signals using a process ID (PID) and how pause() allows a process to wait for signals.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Output:</a:t>
            </a:r>
          </a:p>
        </p:txBody>
      </p:sp>
      <p:pic>
        <p:nvPicPr>
          <p:cNvPr id="3" name="Picture 2" descr="Screenshot 2026-09-15 2252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422" y="960120"/>
            <a:ext cx="7550675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